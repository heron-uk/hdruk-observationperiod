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540067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7"/>
  </p:normalViewPr>
  <p:slideViewPr>
    <p:cSldViewPr snapToGrid="0">
      <p:cViewPr>
        <p:scale>
          <a:sx n="186" d="100"/>
          <a:sy n="186" d="100"/>
        </p:scale>
        <p:origin x="1824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122363"/>
            <a:ext cx="4590574" cy="2387600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3602038"/>
            <a:ext cx="4050506" cy="1655762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0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2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709740"/>
            <a:ext cx="4658082" cy="2852737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4589465"/>
            <a:ext cx="4658082" cy="1500187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19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825625"/>
            <a:ext cx="2295287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825625"/>
            <a:ext cx="2295287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910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5126"/>
            <a:ext cx="4658082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681163"/>
            <a:ext cx="2284738" cy="823912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2505075"/>
            <a:ext cx="228473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681163"/>
            <a:ext cx="2295990" cy="823912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2505075"/>
            <a:ext cx="229599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1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88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18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457200"/>
            <a:ext cx="1741858" cy="1600200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987426"/>
            <a:ext cx="2734092" cy="4873625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057400"/>
            <a:ext cx="1741858" cy="3811588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0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457200"/>
            <a:ext cx="1741858" cy="1600200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987426"/>
            <a:ext cx="2734092" cy="4873625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057400"/>
            <a:ext cx="1741858" cy="3811588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8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8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365125"/>
            <a:ext cx="116452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365125"/>
            <a:ext cx="3426053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21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365126"/>
            <a:ext cx="46580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825625"/>
            <a:ext cx="46580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6356352"/>
            <a:ext cx="1215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203B4-9E5D-2E4C-BB08-7FE4F82710B6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6356352"/>
            <a:ext cx="1822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6356352"/>
            <a:ext cx="1215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2C954-BA04-7242-95C1-AE45098B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18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2F0700D-210D-17B6-795B-0E5049648F30}"/>
              </a:ext>
            </a:extLst>
          </p:cNvPr>
          <p:cNvSpPr/>
          <p:nvPr/>
        </p:nvSpPr>
        <p:spPr>
          <a:xfrm>
            <a:off x="639841" y="971168"/>
            <a:ext cx="696520" cy="72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72A8DB-F70F-EE85-E92D-E25A2990E466}"/>
              </a:ext>
            </a:extLst>
          </p:cNvPr>
          <p:cNvCxnSpPr>
            <a:cxnSpLocks/>
          </p:cNvCxnSpPr>
          <p:nvPr/>
        </p:nvCxnSpPr>
        <p:spPr>
          <a:xfrm>
            <a:off x="309640" y="1619717"/>
            <a:ext cx="47812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4596057-62C4-A957-F98D-11415BE217A2}"/>
              </a:ext>
            </a:extLst>
          </p:cNvPr>
          <p:cNvSpPr txBox="1"/>
          <p:nvPr/>
        </p:nvSpPr>
        <p:spPr>
          <a:xfrm>
            <a:off x="2333384" y="1676361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Time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287F9F-BCB2-CF61-D410-7D114A7EDC29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43685" y="748420"/>
            <a:ext cx="0" cy="10202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0CAD42-B3AB-869D-F780-B29E1441A09B}"/>
              </a:ext>
            </a:extLst>
          </p:cNvPr>
          <p:cNvSpPr txBox="1"/>
          <p:nvPr/>
        </p:nvSpPr>
        <p:spPr>
          <a:xfrm>
            <a:off x="414721" y="1768649"/>
            <a:ext cx="8579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dateRange[1]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E526C2-CC25-BD10-DA1E-95CC3A3432E5}"/>
              </a:ext>
            </a:extLst>
          </p:cNvPr>
          <p:cNvSpPr txBox="1"/>
          <p:nvPr/>
        </p:nvSpPr>
        <p:spPr>
          <a:xfrm>
            <a:off x="3846488" y="1768649"/>
            <a:ext cx="8579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dateRange[2]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E2DBD1D-4E42-82E5-52B1-1EDC18AB4D35}"/>
              </a:ext>
            </a:extLst>
          </p:cNvPr>
          <p:cNvSpPr/>
          <p:nvPr/>
        </p:nvSpPr>
        <p:spPr>
          <a:xfrm>
            <a:off x="2491558" y="969472"/>
            <a:ext cx="568170" cy="72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5D1D269-D413-4163-729A-7F8E6DC4C60D}"/>
              </a:ext>
            </a:extLst>
          </p:cNvPr>
          <p:cNvSpPr/>
          <p:nvPr/>
        </p:nvSpPr>
        <p:spPr>
          <a:xfrm>
            <a:off x="3800314" y="1258612"/>
            <a:ext cx="1131282" cy="72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8705D51-BDB8-ABBD-D7FB-83974E001158}"/>
              </a:ext>
            </a:extLst>
          </p:cNvPr>
          <p:cNvSpPr/>
          <p:nvPr/>
        </p:nvSpPr>
        <p:spPr>
          <a:xfrm>
            <a:off x="924881" y="1258612"/>
            <a:ext cx="1114540" cy="72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11B302C-DE3B-0ECB-DFA3-5FB5F37BB8CC}"/>
              </a:ext>
            </a:extLst>
          </p:cNvPr>
          <p:cNvSpPr/>
          <p:nvPr/>
        </p:nvSpPr>
        <p:spPr>
          <a:xfrm>
            <a:off x="641189" y="169683"/>
            <a:ext cx="365806" cy="7507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6C2314A-E1B2-7FB5-1CA9-F1F1ABEB3BE6}"/>
              </a:ext>
            </a:extLst>
          </p:cNvPr>
          <p:cNvSpPr/>
          <p:nvPr/>
        </p:nvSpPr>
        <p:spPr>
          <a:xfrm>
            <a:off x="641189" y="331342"/>
            <a:ext cx="365806" cy="75079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B3F2672-10B8-66DF-6791-4B03C8EE3DEF}"/>
              </a:ext>
            </a:extLst>
          </p:cNvPr>
          <p:cNvSpPr/>
          <p:nvPr/>
        </p:nvSpPr>
        <p:spPr>
          <a:xfrm>
            <a:off x="840638" y="2264320"/>
            <a:ext cx="1198783" cy="54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283BD3-EA83-06CA-F1AD-2A623EDC40C5}"/>
              </a:ext>
            </a:extLst>
          </p:cNvPr>
          <p:cNvSpPr txBox="1"/>
          <p:nvPr/>
        </p:nvSpPr>
        <p:spPr>
          <a:xfrm>
            <a:off x="838166" y="2082700"/>
            <a:ext cx="22605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collapseDays = 1; persistenceDays = 0</a:t>
            </a:r>
          </a:p>
        </p:txBody>
      </p:sp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2ABC488C-AEA9-E394-1992-CEAE17B09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76" y="879328"/>
            <a:ext cx="411640" cy="411640"/>
          </a:xfrm>
          <a:prstGeom prst="rect">
            <a:avLst/>
          </a:prstGeom>
        </p:spPr>
      </p:pic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4C2796E-615B-AE37-3597-C94DA2EA9765}"/>
              </a:ext>
            </a:extLst>
          </p:cNvPr>
          <p:cNvSpPr/>
          <p:nvPr/>
        </p:nvSpPr>
        <p:spPr>
          <a:xfrm>
            <a:off x="2487098" y="2261788"/>
            <a:ext cx="569961" cy="54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D7493A4-D87F-3A5E-E514-14D646BC4B05}"/>
              </a:ext>
            </a:extLst>
          </p:cNvPr>
          <p:cNvSpPr/>
          <p:nvPr/>
        </p:nvSpPr>
        <p:spPr>
          <a:xfrm>
            <a:off x="843684" y="2556005"/>
            <a:ext cx="1466517" cy="54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209DA4F-59F5-DCEC-A78E-CABE3E1FB40F}"/>
              </a:ext>
            </a:extLst>
          </p:cNvPr>
          <p:cNvSpPr/>
          <p:nvPr/>
        </p:nvSpPr>
        <p:spPr>
          <a:xfrm>
            <a:off x="2483673" y="2556005"/>
            <a:ext cx="774812" cy="54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5667D7D-20E8-F12B-B389-EAA9594E5018}"/>
              </a:ext>
            </a:extLst>
          </p:cNvPr>
          <p:cNvSpPr/>
          <p:nvPr/>
        </p:nvSpPr>
        <p:spPr>
          <a:xfrm>
            <a:off x="3794220" y="2555445"/>
            <a:ext cx="478185" cy="54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8490BD-C919-0A63-FD6D-8DF9D1D99573}"/>
              </a:ext>
            </a:extLst>
          </p:cNvPr>
          <p:cNvCxnSpPr/>
          <p:nvPr/>
        </p:nvCxnSpPr>
        <p:spPr>
          <a:xfrm>
            <a:off x="2039421" y="854530"/>
            <a:ext cx="452137" cy="0"/>
          </a:xfrm>
          <a:prstGeom prst="line">
            <a:avLst/>
          </a:prstGeom>
          <a:ln w="9525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ACFC836-317D-F009-8E75-0EF26C79626F}"/>
              </a:ext>
            </a:extLst>
          </p:cNvPr>
          <p:cNvCxnSpPr>
            <a:cxnSpLocks/>
          </p:cNvCxnSpPr>
          <p:nvPr/>
        </p:nvCxnSpPr>
        <p:spPr>
          <a:xfrm>
            <a:off x="2039421" y="816121"/>
            <a:ext cx="0" cy="72000"/>
          </a:xfrm>
          <a:prstGeom prst="line">
            <a:avLst/>
          </a:prstGeom>
          <a:ln w="9525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58F97CD-3B10-EBA7-6A9D-FC9B4F7198AF}"/>
              </a:ext>
            </a:extLst>
          </p:cNvPr>
          <p:cNvCxnSpPr>
            <a:cxnSpLocks/>
          </p:cNvCxnSpPr>
          <p:nvPr/>
        </p:nvCxnSpPr>
        <p:spPr>
          <a:xfrm>
            <a:off x="2489767" y="817200"/>
            <a:ext cx="0" cy="72000"/>
          </a:xfrm>
          <a:prstGeom prst="line">
            <a:avLst/>
          </a:prstGeom>
          <a:ln w="9525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AD4CE7C-AA11-0ACD-5C71-38FB8D7E8794}"/>
              </a:ext>
            </a:extLst>
          </p:cNvPr>
          <p:cNvCxnSpPr>
            <a:cxnSpLocks/>
          </p:cNvCxnSpPr>
          <p:nvPr/>
        </p:nvCxnSpPr>
        <p:spPr>
          <a:xfrm>
            <a:off x="3059728" y="854530"/>
            <a:ext cx="749217" cy="0"/>
          </a:xfrm>
          <a:prstGeom prst="line">
            <a:avLst/>
          </a:prstGeom>
          <a:ln w="9525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FB28328-C057-3F13-4E88-4A4CD7BEFEFD}"/>
              </a:ext>
            </a:extLst>
          </p:cNvPr>
          <p:cNvCxnSpPr>
            <a:cxnSpLocks/>
          </p:cNvCxnSpPr>
          <p:nvPr/>
        </p:nvCxnSpPr>
        <p:spPr>
          <a:xfrm>
            <a:off x="3065790" y="816121"/>
            <a:ext cx="0" cy="72000"/>
          </a:xfrm>
          <a:prstGeom prst="line">
            <a:avLst/>
          </a:prstGeom>
          <a:ln w="9525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229FB37-38B2-7569-A0B0-36BDF7E70DDF}"/>
              </a:ext>
            </a:extLst>
          </p:cNvPr>
          <p:cNvCxnSpPr>
            <a:cxnSpLocks/>
          </p:cNvCxnSpPr>
          <p:nvPr/>
        </p:nvCxnSpPr>
        <p:spPr>
          <a:xfrm>
            <a:off x="3808945" y="817200"/>
            <a:ext cx="0" cy="72000"/>
          </a:xfrm>
          <a:prstGeom prst="line">
            <a:avLst/>
          </a:prstGeom>
          <a:ln w="9525">
            <a:solidFill>
              <a:schemeClr val="tx1"/>
            </a:solidFill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539846A-76D9-C6B9-9F78-D54C231556BC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275452" y="748420"/>
            <a:ext cx="0" cy="10202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579CF55-3CF0-B6EF-0B92-CFFCF0152784}"/>
              </a:ext>
            </a:extLst>
          </p:cNvPr>
          <p:cNvSpPr txBox="1"/>
          <p:nvPr/>
        </p:nvSpPr>
        <p:spPr>
          <a:xfrm>
            <a:off x="2001135" y="667190"/>
            <a:ext cx="5229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12 days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B584FC-15B8-F3EA-E7FD-36E4E9B70D67}"/>
              </a:ext>
            </a:extLst>
          </p:cNvPr>
          <p:cNvSpPr txBox="1"/>
          <p:nvPr/>
        </p:nvSpPr>
        <p:spPr>
          <a:xfrm>
            <a:off x="3183623" y="689903"/>
            <a:ext cx="5229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/>
              <a:t>27 days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E0F2474-DBE7-EFED-E75D-8E452CFE2486}"/>
              </a:ext>
            </a:extLst>
          </p:cNvPr>
          <p:cNvCxnSpPr>
            <a:cxnSpLocks/>
          </p:cNvCxnSpPr>
          <p:nvPr/>
        </p:nvCxnSpPr>
        <p:spPr>
          <a:xfrm>
            <a:off x="318204" y="3381604"/>
            <a:ext cx="47812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F1FE049D-34A2-5689-32B9-9092ADA0A8E0}"/>
              </a:ext>
            </a:extLst>
          </p:cNvPr>
          <p:cNvSpPr/>
          <p:nvPr/>
        </p:nvSpPr>
        <p:spPr>
          <a:xfrm>
            <a:off x="3791173" y="2268104"/>
            <a:ext cx="478185" cy="54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F05FEAC-ED40-51A2-5208-E357B7E05B17}"/>
              </a:ext>
            </a:extLst>
          </p:cNvPr>
          <p:cNvSpPr/>
          <p:nvPr/>
        </p:nvSpPr>
        <p:spPr>
          <a:xfrm flipV="1">
            <a:off x="843684" y="2843832"/>
            <a:ext cx="2416002" cy="54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92FF14-8E2A-5E6B-4778-765F06C081ED}"/>
              </a:ext>
            </a:extLst>
          </p:cNvPr>
          <p:cNvSpPr/>
          <p:nvPr/>
        </p:nvSpPr>
        <p:spPr>
          <a:xfrm flipV="1">
            <a:off x="840639" y="3132338"/>
            <a:ext cx="3434813" cy="54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4BC140-22B3-D6E2-B8C4-DF8BC8319417}"/>
              </a:ext>
            </a:extLst>
          </p:cNvPr>
          <p:cNvSpPr/>
          <p:nvPr/>
        </p:nvSpPr>
        <p:spPr>
          <a:xfrm>
            <a:off x="3788744" y="2839456"/>
            <a:ext cx="478185" cy="54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A505C56-E2F2-7EAC-1C23-DF8D0904F76B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4275452" y="1984093"/>
            <a:ext cx="0" cy="14923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8207C26-01A0-A4FE-07D9-3AE31688FD7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43685" y="1984093"/>
            <a:ext cx="0" cy="14923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76C83F-B41F-A874-5CBE-7F1BA03C660E}"/>
              </a:ext>
            </a:extLst>
          </p:cNvPr>
          <p:cNvSpPr txBox="1"/>
          <p:nvPr/>
        </p:nvSpPr>
        <p:spPr>
          <a:xfrm>
            <a:off x="834034" y="2379426"/>
            <a:ext cx="23166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collapseDays = 10; persistenceDays = 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69668-2712-511D-C3CF-02B757C2B048}"/>
              </a:ext>
            </a:extLst>
          </p:cNvPr>
          <p:cNvSpPr txBox="1"/>
          <p:nvPr/>
        </p:nvSpPr>
        <p:spPr>
          <a:xfrm>
            <a:off x="343159" y="469033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4ED9A-E289-6E69-4913-33FCE98AF695}"/>
              </a:ext>
            </a:extLst>
          </p:cNvPr>
          <p:cNvSpPr txBox="1"/>
          <p:nvPr/>
        </p:nvSpPr>
        <p:spPr>
          <a:xfrm>
            <a:off x="336994" y="191656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AF0874-DD64-E95A-7093-A99ED9D949D0}"/>
              </a:ext>
            </a:extLst>
          </p:cNvPr>
          <p:cNvSpPr txBox="1"/>
          <p:nvPr/>
        </p:nvSpPr>
        <p:spPr>
          <a:xfrm>
            <a:off x="824092" y="2680474"/>
            <a:ext cx="23166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collapseDays = 20; persistenceDays = 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E085FB-F253-9625-691F-2F6141A09D4C}"/>
              </a:ext>
            </a:extLst>
          </p:cNvPr>
          <p:cNvSpPr txBox="1"/>
          <p:nvPr/>
        </p:nvSpPr>
        <p:spPr>
          <a:xfrm>
            <a:off x="824092" y="2960058"/>
            <a:ext cx="23727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nsolas" panose="020B0609020204030204" pitchFamily="49" charset="0"/>
                <a:cs typeface="Consolas" panose="020B0609020204030204" pitchFamily="49" charset="0"/>
              </a:rPr>
              <a:t>collapseDays = Inf; persistenceDays = 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64153E-EE35-8CC9-E29A-CDF205D12A45}"/>
              </a:ext>
            </a:extLst>
          </p:cNvPr>
          <p:cNvSpPr txBox="1"/>
          <p:nvPr/>
        </p:nvSpPr>
        <p:spPr>
          <a:xfrm>
            <a:off x="1008140" y="90273"/>
            <a:ext cx="7505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Visit record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6D92E8-BA0F-B6C9-8669-BA64DEA2E192}"/>
              </a:ext>
            </a:extLst>
          </p:cNvPr>
          <p:cNvSpPr txBox="1"/>
          <p:nvPr/>
        </p:nvSpPr>
        <p:spPr>
          <a:xfrm>
            <a:off x="1003468" y="253465"/>
            <a:ext cx="7729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Drug record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47BC648-EC34-7A04-6AAD-1EC6232352BF}"/>
              </a:ext>
            </a:extLst>
          </p:cNvPr>
          <p:cNvSpPr/>
          <p:nvPr/>
        </p:nvSpPr>
        <p:spPr>
          <a:xfrm>
            <a:off x="2589175" y="258140"/>
            <a:ext cx="365806" cy="7507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9217D6-628E-7B97-318C-335234C5C6AB}"/>
              </a:ext>
            </a:extLst>
          </p:cNvPr>
          <p:cNvSpPr txBox="1"/>
          <p:nvPr/>
        </p:nvSpPr>
        <p:spPr>
          <a:xfrm>
            <a:off x="2954981" y="174753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Observation period record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5FBE7A-9AFC-AF38-5BF4-146B9E14076E}"/>
              </a:ext>
            </a:extLst>
          </p:cNvPr>
          <p:cNvSpPr txBox="1"/>
          <p:nvPr/>
        </p:nvSpPr>
        <p:spPr>
          <a:xfrm>
            <a:off x="2362991" y="3435554"/>
            <a:ext cx="4523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942655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321</TotalTime>
  <Words>51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Martí Català Sabaté (DARWIN EU® CC)</dc:creator>
  <cp:lastModifiedBy>Martí Català Sabaté (DARWIN EU® CC)</cp:lastModifiedBy>
  <cp:revision>5</cp:revision>
  <dcterms:created xsi:type="dcterms:W3CDTF">2025-11-04T11:53:13Z</dcterms:created>
  <dcterms:modified xsi:type="dcterms:W3CDTF">2025-11-04T17:16:38Z</dcterms:modified>
</cp:coreProperties>
</file>